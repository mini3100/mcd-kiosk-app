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1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94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52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57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74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8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1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7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49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6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23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B2DC5-8FF9-44A3-9213-DB494D0D5043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46567-0BD4-400F-92C2-E8C1B9DC7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83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키오스크</a:t>
            </a:r>
            <a:r>
              <a:rPr lang="ko-KR" altLang="en-US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알고리즘 구현을 통한 </a:t>
            </a:r>
            <a:r>
              <a:rPr lang="en-US" altLang="ko-KR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/>
            </a:r>
            <a:br>
              <a:rPr lang="en-US" altLang="ko-KR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en-US" altLang="ko-KR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C# </a:t>
            </a:r>
            <a:r>
              <a:rPr lang="ko-KR" altLang="en-US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언어의 이해</a:t>
            </a:r>
            <a:r>
              <a:rPr lang="en-US" altLang="ko-KR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/>
            </a:r>
            <a:br>
              <a:rPr lang="en-US" altLang="ko-KR" sz="40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en-US" altLang="ko-KR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-</a:t>
            </a:r>
            <a:r>
              <a:rPr lang="ko-KR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중간 계획서</a:t>
            </a:r>
            <a:endParaRPr lang="ko-KR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075864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컴퓨터 공학과 </a:t>
            </a:r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20203089 </a:t>
            </a:r>
            <a:r>
              <a:rPr lang="ko-KR" alt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정가영</a:t>
            </a:r>
            <a:endParaRPr lang="en-US" altLang="ko-KR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r>
              <a:rPr lang="en-US" altLang="ko-K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2021.11.28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752600" y="3823855"/>
            <a:ext cx="8686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83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068" y="232757"/>
            <a:ext cx="529023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목표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(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주제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) : </a:t>
            </a:r>
            <a:r>
              <a:rPr lang="ko-KR" altLang="en-US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키오스크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알고리즘 구현을 통한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C#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언어의 이해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ct val="200000"/>
              </a:lnSpc>
            </a:pP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사용언어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C#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프로그램</a:t>
            </a:r>
            <a:endParaRPr lang="en-US" altLang="ko-KR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준비물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PC</a:t>
            </a:r>
            <a:endParaRPr lang="en-US" altLang="ko-KR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동작 설명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ko-KR" altLang="en-US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키오스크를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폼으로 구현해 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	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확인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,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추가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,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취소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,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결제 등이 동작하도록 한다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.</a:t>
            </a:r>
            <a:endParaRPr lang="ko-KR" altLang="en-US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16414" y="100325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&lt;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폼 화면 구성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&gt;</a:t>
            </a:r>
            <a:endParaRPr lang="ko-KR" altLang="en-US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380" y="128333"/>
            <a:ext cx="3959068" cy="6601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5007" y="1313794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Button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103476" y="631671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ListView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0" y="746235"/>
            <a:ext cx="136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PictureBox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038896" y="126124"/>
            <a:ext cx="109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TabPage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448799" y="168165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Label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157543" y="5370787"/>
            <a:ext cx="104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TextBox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8164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759" y="117693"/>
            <a:ext cx="6485109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키오스크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알고리즘 구현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구현 방법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화면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Layout : GUI(</a:t>
            </a:r>
            <a:r>
              <a:rPr lang="en-US" altLang="ko-KR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Winform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)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프로그램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동작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C#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언어로 개발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탭 별로 메뉴 표시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en-US" altLang="ko-KR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TabPage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와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Button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으로 구현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추가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en-US" altLang="ko-KR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PictureBox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</a:t>
            </a:r>
            <a:r>
              <a:rPr lang="ko-KR" altLang="en-US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클릭시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추가되도록 구현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총 금액 표시 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폼 왼쪽에 </a:t>
            </a:r>
            <a:r>
              <a:rPr lang="en-US" altLang="ko-KR" dirty="0" err="1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TextBox</a:t>
            </a:r>
            <a:endParaRPr lang="en-US" altLang="ko-KR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확인 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폼 하단에 </a:t>
            </a:r>
            <a:r>
              <a:rPr lang="en-US" altLang="ko-KR" dirty="0" err="1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listView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를 통해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확인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취소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폼 하단의 </a:t>
            </a:r>
            <a:r>
              <a:rPr lang="en-US" altLang="ko-KR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listView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항목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</a:t>
            </a:r>
            <a:r>
              <a:rPr lang="ko-KR" altLang="en-US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클릭시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취소되도록 구현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결제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Form2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로 선택한 메뉴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확인 뒤 결제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비우기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: 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비우기 버튼을 통해 </a:t>
            </a:r>
            <a:r>
              <a:rPr lang="en-US" altLang="ko-KR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listView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를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Clear</a:t>
            </a: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해줌</a:t>
            </a: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 smtClean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615" y="128333"/>
            <a:ext cx="3959068" cy="660133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315201" y="1418896"/>
            <a:ext cx="966951" cy="1492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51835" y="2911366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탭 변경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413532" y="751489"/>
            <a:ext cx="1255986" cy="1192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249104" y="2217683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클릭시</a:t>
            </a:r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메뉴 추가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cxnSp>
        <p:nvCxnSpPr>
          <p:cNvPr id="15" name="꺾인 연결선 14"/>
          <p:cNvCxnSpPr>
            <a:stCxn id="7" idx="3"/>
            <a:endCxn id="8" idx="0"/>
          </p:cNvCxnSpPr>
          <p:nvPr/>
        </p:nvCxnSpPr>
        <p:spPr>
          <a:xfrm>
            <a:off x="9669518" y="1347952"/>
            <a:ext cx="306708" cy="86973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8" idx="2"/>
            <a:endCxn id="20" idx="0"/>
          </p:cNvCxnSpPr>
          <p:nvPr/>
        </p:nvCxnSpPr>
        <p:spPr>
          <a:xfrm rot="5400000">
            <a:off x="7792859" y="3576302"/>
            <a:ext cx="3203432" cy="116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7294179" y="5759669"/>
            <a:ext cx="3037489" cy="9459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422525" y="6342993"/>
            <a:ext cx="920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메뉴 확인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288924" y="5270939"/>
            <a:ext cx="972208" cy="425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278414" y="4924097"/>
            <a:ext cx="910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총액 확인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0378966" y="5764926"/>
            <a:ext cx="762000" cy="425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꺾인 연결선 27"/>
          <p:cNvCxnSpPr>
            <a:stCxn id="27" idx="3"/>
          </p:cNvCxnSpPr>
          <p:nvPr/>
        </p:nvCxnSpPr>
        <p:spPr>
          <a:xfrm flipV="1">
            <a:off x="11140966" y="5360276"/>
            <a:ext cx="441434" cy="61748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102967" y="4997669"/>
            <a:ext cx="2089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Form2</a:t>
            </a:r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로 메뉴 확인</a:t>
            </a:r>
            <a:r>
              <a:rPr lang="en-US" altLang="ko-KR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, </a:t>
            </a:r>
            <a:r>
              <a:rPr lang="ko-KR" altLang="en-US" sz="1600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결제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51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854679"/>
              </p:ext>
            </p:extLst>
          </p:nvPr>
        </p:nvGraphicFramePr>
        <p:xfrm>
          <a:off x="1843144" y="851033"/>
          <a:ext cx="8505711" cy="515593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08914">
                  <a:extLst>
                    <a:ext uri="{9D8B030D-6E8A-4147-A177-3AD203B41FA5}">
                      <a16:colId xmlns:a16="http://schemas.microsoft.com/office/drawing/2014/main" val="3173585629"/>
                    </a:ext>
                  </a:extLst>
                </a:gridCol>
                <a:gridCol w="968757">
                  <a:extLst>
                    <a:ext uri="{9D8B030D-6E8A-4147-A177-3AD203B41FA5}">
                      <a16:colId xmlns:a16="http://schemas.microsoft.com/office/drawing/2014/main" val="1995541658"/>
                    </a:ext>
                  </a:extLst>
                </a:gridCol>
                <a:gridCol w="1188836">
                  <a:extLst>
                    <a:ext uri="{9D8B030D-6E8A-4147-A177-3AD203B41FA5}">
                      <a16:colId xmlns:a16="http://schemas.microsoft.com/office/drawing/2014/main" val="439522203"/>
                    </a:ext>
                  </a:extLst>
                </a:gridCol>
                <a:gridCol w="1188836">
                  <a:extLst>
                    <a:ext uri="{9D8B030D-6E8A-4147-A177-3AD203B41FA5}">
                      <a16:colId xmlns:a16="http://schemas.microsoft.com/office/drawing/2014/main" val="1756806991"/>
                    </a:ext>
                  </a:extLst>
                </a:gridCol>
                <a:gridCol w="1188836">
                  <a:extLst>
                    <a:ext uri="{9D8B030D-6E8A-4147-A177-3AD203B41FA5}">
                      <a16:colId xmlns:a16="http://schemas.microsoft.com/office/drawing/2014/main" val="3540246223"/>
                    </a:ext>
                  </a:extLst>
                </a:gridCol>
                <a:gridCol w="1188836">
                  <a:extLst>
                    <a:ext uri="{9D8B030D-6E8A-4147-A177-3AD203B41FA5}">
                      <a16:colId xmlns:a16="http://schemas.microsoft.com/office/drawing/2014/main" val="3726011562"/>
                    </a:ext>
                  </a:extLst>
                </a:gridCol>
                <a:gridCol w="1372696">
                  <a:extLst>
                    <a:ext uri="{9D8B030D-6E8A-4147-A177-3AD203B41FA5}">
                      <a16:colId xmlns:a16="http://schemas.microsoft.com/office/drawing/2014/main" val="57621895"/>
                    </a:ext>
                  </a:extLst>
                </a:gridCol>
              </a:tblGrid>
              <a:tr h="5913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추진 내용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담당자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추진 일정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(4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주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):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11.9~12.9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비고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804694"/>
                  </a:ext>
                </a:extLst>
              </a:tr>
              <a:tr h="5580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1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2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3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4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047036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과제 주제 선정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정가영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중간 계획서 발표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171548"/>
                  </a:ext>
                </a:extLst>
              </a:tr>
              <a:tr h="558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C#</a:t>
                      </a:r>
                      <a:r>
                        <a:rPr lang="ko-KR" altLang="en-US" sz="1400" baseline="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 언어 공부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781312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알고리즘 설계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829540"/>
                  </a:ext>
                </a:extLst>
              </a:tr>
              <a:tr h="558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화면 구성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788998"/>
                  </a:ext>
                </a:extLst>
              </a:tr>
              <a:tr h="5913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프로그램 작성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790314"/>
                  </a:ext>
                </a:extLst>
              </a:tr>
              <a:tr h="558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보고서 작성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951748"/>
                  </a:ext>
                </a:extLst>
              </a:tr>
              <a:tr h="558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서울남산 장체B" panose="02020603020101020101" pitchFamily="18" charset="-127"/>
                          <a:ea typeface="서울남산 장체B" panose="02020603020101020101" pitchFamily="18" charset="-127"/>
                        </a:rPr>
                        <a:t>발표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서울남산 장체B" panose="02020603020101020101" pitchFamily="18" charset="-127"/>
                        <a:ea typeface="서울남산 장체B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39358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6130" y="83128"/>
            <a:ext cx="2052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일정표 </a:t>
            </a:r>
            <a:r>
              <a:rPr lang="en-US" altLang="ko-KR" dirty="0" smtClean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(Gantt Chart)</a:t>
            </a: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4218277" y="2163014"/>
            <a:ext cx="1177588" cy="15707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4229294" y="2765234"/>
            <a:ext cx="3559631" cy="30433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419116" y="3329850"/>
            <a:ext cx="2369809" cy="8261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V="1">
            <a:off x="5408099" y="3913743"/>
            <a:ext cx="2358792" cy="1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5408099" y="4472848"/>
            <a:ext cx="3559631" cy="30433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V="1">
            <a:off x="6597921" y="5103564"/>
            <a:ext cx="2358792" cy="1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7787742" y="5644344"/>
            <a:ext cx="1177588" cy="15707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4218277" y="2394368"/>
            <a:ext cx="1177588" cy="15707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4229294" y="2993970"/>
            <a:ext cx="3559631" cy="2618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408099" y="3566847"/>
            <a:ext cx="1191005" cy="2618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5408099" y="4106673"/>
            <a:ext cx="1191005" cy="13635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408099" y="4679550"/>
            <a:ext cx="2380826" cy="13635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788925" y="5288096"/>
            <a:ext cx="1189821" cy="0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7788925" y="5838940"/>
            <a:ext cx="1189821" cy="0"/>
          </a:xfrm>
          <a:prstGeom prst="line">
            <a:avLst/>
          </a:prstGeom>
          <a:ln w="1270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99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182</Words>
  <Application>Microsoft Office PowerPoint</Application>
  <PresentationFormat>와이드스크린</PresentationFormat>
  <Paragraphs>51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서울남산 장체B</vt:lpstr>
      <vt:lpstr>Arial</vt:lpstr>
      <vt:lpstr>맑은 고딕</vt:lpstr>
      <vt:lpstr>Office 테마</vt:lpstr>
      <vt:lpstr>키오스크 알고리즘 구현을 통한  C# 언어의 이해 -중간 계획서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</dc:title>
  <dc:creator>user</dc:creator>
  <cp:lastModifiedBy>user</cp:lastModifiedBy>
  <cp:revision>13</cp:revision>
  <dcterms:created xsi:type="dcterms:W3CDTF">2021-11-27T10:08:54Z</dcterms:created>
  <dcterms:modified xsi:type="dcterms:W3CDTF">2021-12-12T12:41:37Z</dcterms:modified>
</cp:coreProperties>
</file>